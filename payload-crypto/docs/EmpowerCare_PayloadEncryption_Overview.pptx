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7"/>
    <p:sldId id="262" r:id="rId6"/>
    <p:sldId id="263" r:id="rId5"/>
    <p:sldId id="264" r:id="rId4"/>
    <p:sldId id="265" r:id="rId3"/>
    <p:sldId id="266" r:id="rId2"/>
    <p:sldId id="267" r:id="rId19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6B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99505A-B9F2-9B46-AF96-D2620A5B2ADB}" v="41" dt="2026-07-01T14:54:58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9"/>
    <p:restoredTop sz="94655"/>
  </p:normalViewPr>
  <p:slideViewPr>
    <p:cSldViewPr snapToGrid="0" snapToObjects="1">
      <p:cViewPr varScale="1">
        <p:scale>
          <a:sx n="168" d="100"/>
          <a:sy n="168" d="100"/>
        </p:scale>
        <p:origin x="4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1.xml"/><Relationship Id="rId3" Type="http://schemas.openxmlformats.org/officeDocument/2006/relationships/slide" Target="slides/slide10.xml"/><Relationship Id="rId4" Type="http://schemas.openxmlformats.org/officeDocument/2006/relationships/slide" Target="slides/slide9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bi (Vaibhav Dobriyal)" userId="5ac61698-627f-4848-a83d-825c33538f74" providerId="ADAL" clId="{968E34B8-4CDA-5E92-9CF4-F667F27A04DD}"/>
    <pc:docChg chg="undo redo custSel addSld delSld modSld">
      <pc:chgData name="Dobi (Vaibhav Dobriyal)" userId="5ac61698-627f-4848-a83d-825c33538f74" providerId="ADAL" clId="{968E34B8-4CDA-5E92-9CF4-F667F27A04DD}" dt="2026-07-01T15:20:59.233" v="714" actId="1036"/>
      <pc:docMkLst>
        <pc:docMk/>
      </pc:docMkLst>
      <pc:sldChg chg="modSp del mod">
        <pc:chgData name="Dobi (Vaibhav Dobriyal)" userId="5ac61698-627f-4848-a83d-825c33538f74" providerId="ADAL" clId="{968E34B8-4CDA-5E92-9CF4-F667F27A04DD}" dt="2026-07-01T14:34:04.827" v="68" actId="2696"/>
        <pc:sldMkLst>
          <pc:docMk/>
          <pc:sldMk cId="0" sldId="256"/>
        </pc:sldMkLst>
        <pc:spChg chg="mod">
          <ac:chgData name="Dobi (Vaibhav Dobriyal)" userId="5ac61698-627f-4848-a83d-825c33538f74" providerId="ADAL" clId="{968E34B8-4CDA-5E92-9CF4-F667F27A04DD}" dt="2026-07-01T14:31:27.212" v="5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del mod">
        <pc:chgData name="Dobi (Vaibhav Dobriyal)" userId="5ac61698-627f-4848-a83d-825c33538f74" providerId="ADAL" clId="{968E34B8-4CDA-5E92-9CF4-F667F27A04DD}" dt="2026-07-01T14:47:31.993" v="211" actId="2696"/>
        <pc:sldMkLst>
          <pc:docMk/>
          <pc:sldMk cId="0" sldId="257"/>
        </pc:sldMkLst>
        <pc:spChg chg="mod">
          <ac:chgData name="Dobi (Vaibhav Dobriyal)" userId="5ac61698-627f-4848-a83d-825c33538f74" providerId="ADAL" clId="{968E34B8-4CDA-5E92-9CF4-F667F27A04DD}" dt="2026-07-01T14:45:29.177" v="169" actId="14861"/>
          <ac:spMkLst>
            <pc:docMk/>
            <pc:sldMk cId="0" sldId="257"/>
            <ac:spMk id="8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26.015" v="168" actId="1486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22.794" v="167" actId="1486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20.484" v="166" actId="1486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15.872" v="165" actId="1486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45:12.892" v="164" actId="14861"/>
          <ac:spMkLst>
            <pc:docMk/>
            <pc:sldMk cId="0" sldId="257"/>
            <ac:spMk id="18" creationId="{00000000-0000-0000-0000-000000000000}"/>
          </ac:spMkLst>
        </pc:spChg>
        <pc:grpChg chg="mod">
          <ac:chgData name="Dobi (Vaibhav Dobriyal)" userId="5ac61698-627f-4848-a83d-825c33538f74" providerId="ADAL" clId="{968E34B8-4CDA-5E92-9CF4-F667F27A04DD}" dt="2026-07-01T14:45:06.115" v="163" actId="14861"/>
          <ac:grpSpMkLst>
            <pc:docMk/>
            <pc:sldMk cId="0" sldId="257"/>
            <ac:grpSpMk id="36" creationId="{6176D9E4-D16A-98D4-BD91-B5835C9BAC57}"/>
          </ac:grpSpMkLst>
        </pc:grpChg>
      </pc:sldChg>
      <pc:sldChg chg="del">
        <pc:chgData name="Dobi (Vaibhav Dobriyal)" userId="5ac61698-627f-4848-a83d-825c33538f74" providerId="ADAL" clId="{968E34B8-4CDA-5E92-9CF4-F667F27A04DD}" dt="2026-07-01T14:50:06.224" v="367" actId="2696"/>
        <pc:sldMkLst>
          <pc:docMk/>
          <pc:sldMk cId="0" sldId="258"/>
        </pc:sldMkLst>
      </pc:sldChg>
      <pc:sldChg chg="del">
        <pc:chgData name="Dobi (Vaibhav Dobriyal)" userId="5ac61698-627f-4848-a83d-825c33538f74" providerId="ADAL" clId="{968E34B8-4CDA-5E92-9CF4-F667F27A04DD}" dt="2026-07-01T14:51:11.568" v="382" actId="2696"/>
        <pc:sldMkLst>
          <pc:docMk/>
          <pc:sldMk cId="0" sldId="259"/>
        </pc:sldMkLst>
      </pc:sldChg>
      <pc:sldChg chg="del">
        <pc:chgData name="Dobi (Vaibhav Dobriyal)" userId="5ac61698-627f-4848-a83d-825c33538f74" providerId="ADAL" clId="{968E34B8-4CDA-5E92-9CF4-F667F27A04DD}" dt="2026-07-01T14:53:07.057" v="433" actId="2696"/>
        <pc:sldMkLst>
          <pc:docMk/>
          <pc:sldMk cId="0" sldId="260"/>
        </pc:sldMkLst>
      </pc:sldChg>
      <pc:sldChg chg="del">
        <pc:chgData name="Dobi (Vaibhav Dobriyal)" userId="5ac61698-627f-4848-a83d-825c33538f74" providerId="ADAL" clId="{968E34B8-4CDA-5E92-9CF4-F667F27A04DD}" dt="2026-07-01T14:54:25.900" v="472" actId="2696"/>
        <pc:sldMkLst>
          <pc:docMk/>
          <pc:sldMk cId="0" sldId="261"/>
        </pc:sldMkLst>
      </pc:sldChg>
      <pc:sldChg chg="del">
        <pc:chgData name="Dobi (Vaibhav Dobriyal)" userId="5ac61698-627f-4848-a83d-825c33538f74" providerId="ADAL" clId="{968E34B8-4CDA-5E92-9CF4-F667F27A04DD}" dt="2026-07-01T14:54:28.979" v="473" actId="2696"/>
        <pc:sldMkLst>
          <pc:docMk/>
          <pc:sldMk cId="0" sldId="262"/>
        </pc:sldMkLst>
      </pc:sldChg>
      <pc:sldChg chg="del">
        <pc:chgData name="Dobi (Vaibhav Dobriyal)" userId="5ac61698-627f-4848-a83d-825c33538f74" providerId="ADAL" clId="{968E34B8-4CDA-5E92-9CF4-F667F27A04DD}" dt="2026-07-01T14:54:51.141" v="474" actId="2696"/>
        <pc:sldMkLst>
          <pc:docMk/>
          <pc:sldMk cId="0" sldId="264"/>
        </pc:sldMkLst>
      </pc:sldChg>
      <pc:sldChg chg="modSp del mod">
        <pc:chgData name="Dobi (Vaibhav Dobriyal)" userId="5ac61698-627f-4848-a83d-825c33538f74" providerId="ADAL" clId="{968E34B8-4CDA-5E92-9CF4-F667F27A04DD}" dt="2026-07-01T14:44:45.167" v="159" actId="2696"/>
        <pc:sldMkLst>
          <pc:docMk/>
          <pc:sldMk cId="0" sldId="265"/>
        </pc:sldMkLst>
        <pc:spChg chg="mod">
          <ac:chgData name="Dobi (Vaibhav Dobriyal)" userId="5ac61698-627f-4848-a83d-825c33538f74" providerId="ADAL" clId="{968E34B8-4CDA-5E92-9CF4-F667F27A04DD}" dt="2026-07-01T14:43:07.163" v="132"/>
          <ac:spMkLst>
            <pc:docMk/>
            <pc:sldMk cId="0" sldId="265"/>
            <ac:spMk id="11" creationId="{00000000-0000-0000-0000-000000000000}"/>
          </ac:spMkLst>
        </pc:spChg>
      </pc:sldChg>
      <pc:sldChg chg="modSp add mod">
        <pc:chgData name="Dobi (Vaibhav Dobriyal)" userId="5ac61698-627f-4848-a83d-825c33538f74" providerId="ADAL" clId="{968E34B8-4CDA-5E92-9CF4-F667F27A04DD}" dt="2026-07-01T14:39:41.689" v="96" actId="1076"/>
        <pc:sldMkLst>
          <pc:docMk/>
          <pc:sldMk cId="4132452382" sldId="278"/>
        </pc:sldMkLst>
        <pc:spChg chg="mod">
          <ac:chgData name="Dobi (Vaibhav Dobriyal)" userId="5ac61698-627f-4848-a83d-825c33538f74" providerId="ADAL" clId="{968E34B8-4CDA-5E92-9CF4-F667F27A04DD}" dt="2026-07-01T14:39:05.274" v="92" actId="207"/>
          <ac:spMkLst>
            <pc:docMk/>
            <pc:sldMk cId="4132452382" sldId="278"/>
            <ac:spMk id="2" creationId="{64DC7F25-00A1-6704-AFA8-517723C6F642}"/>
          </ac:spMkLst>
        </pc:spChg>
        <pc:spChg chg="mod">
          <ac:chgData name="Dobi (Vaibhav Dobriyal)" userId="5ac61698-627f-4848-a83d-825c33538f74" providerId="ADAL" clId="{968E34B8-4CDA-5E92-9CF4-F667F27A04DD}" dt="2026-07-01T14:39:41.689" v="96" actId="1076"/>
          <ac:spMkLst>
            <pc:docMk/>
            <pc:sldMk cId="4132452382" sldId="278"/>
            <ac:spMk id="3" creationId="{C0E2134E-B9B1-6BDD-12B3-012D065C0E89}"/>
          </ac:spMkLst>
        </pc:spChg>
      </pc:sldChg>
      <pc:sldChg chg="addSp delSp modSp add mod setBg">
        <pc:chgData name="Dobi (Vaibhav Dobriyal)" userId="5ac61698-627f-4848-a83d-825c33538f74" providerId="ADAL" clId="{968E34B8-4CDA-5E92-9CF4-F667F27A04DD}" dt="2026-07-01T15:10:57.563" v="697" actId="120"/>
        <pc:sldMkLst>
          <pc:docMk/>
          <pc:sldMk cId="0" sldId="288"/>
        </pc:sldMkLst>
        <pc:spChg chg="add mod">
          <ac:chgData name="Dobi (Vaibhav Dobriyal)" userId="5ac61698-627f-4848-a83d-825c33538f74" providerId="ADAL" clId="{968E34B8-4CDA-5E92-9CF4-F667F27A04DD}" dt="2026-07-01T14:32:11.634" v="13"/>
          <ac:spMkLst>
            <pc:docMk/>
            <pc:sldMk cId="0" sldId="288"/>
            <ac:spMk id="2" creationId="{89BCF7A2-414F-A597-A9BD-7DA66F8C3BB4}"/>
          </ac:spMkLst>
        </pc:spChg>
        <pc:spChg chg="add mod">
          <ac:chgData name="Dobi (Vaibhav Dobriyal)" userId="5ac61698-627f-4848-a83d-825c33538f74" providerId="ADAL" clId="{968E34B8-4CDA-5E92-9CF4-F667F27A04DD}" dt="2026-07-01T15:10:15.445" v="669" actId="14100"/>
          <ac:spMkLst>
            <pc:docMk/>
            <pc:sldMk cId="0" sldId="288"/>
            <ac:spMk id="3" creationId="{06A6AB17-7A61-BACA-60DB-FD339D2F2FA6}"/>
          </ac:spMkLst>
        </pc:spChg>
        <pc:spChg chg="add del mod">
          <ac:chgData name="Dobi (Vaibhav Dobriyal)" userId="5ac61698-627f-4848-a83d-825c33538f74" providerId="ADAL" clId="{968E34B8-4CDA-5E92-9CF4-F667F27A04DD}" dt="2026-07-01T14:33:11.352" v="33" actId="478"/>
          <ac:spMkLst>
            <pc:docMk/>
            <pc:sldMk cId="0" sldId="288"/>
            <ac:spMk id="4" creationId="{9D4EA658-B480-4FFD-67BB-D2F868C11003}"/>
          </ac:spMkLst>
        </pc:spChg>
        <pc:spChg chg="del mod">
          <ac:chgData name="Dobi (Vaibhav Dobriyal)" userId="5ac61698-627f-4848-a83d-825c33538f74" providerId="ADAL" clId="{968E34B8-4CDA-5E92-9CF4-F667F27A04DD}" dt="2026-07-01T14:32:24.318" v="16"/>
          <ac:spMkLst>
            <pc:docMk/>
            <pc:sldMk cId="0" sldId="288"/>
            <ac:spMk id="6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57:04.305" v="589" actId="1076"/>
          <ac:spMkLst>
            <pc:docMk/>
            <pc:sldMk cId="0" sldId="288"/>
            <ac:spMk id="7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57:04.305" v="589" actId="1076"/>
          <ac:spMkLst>
            <pc:docMk/>
            <pc:sldMk cId="0" sldId="288"/>
            <ac:spMk id="8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57:04.305" v="589" actId="1076"/>
          <ac:spMkLst>
            <pc:docMk/>
            <pc:sldMk cId="0" sldId="288"/>
            <ac:spMk id="9" creationId="{00000000-0000-0000-0000-000000000000}"/>
          </ac:spMkLst>
        </pc:spChg>
        <pc:spChg chg="del">
          <ac:chgData name="Dobi (Vaibhav Dobriyal)" userId="5ac61698-627f-4848-a83d-825c33538f74" providerId="ADAL" clId="{968E34B8-4CDA-5E92-9CF4-F667F27A04DD}" dt="2026-07-01T14:47:42.193" v="212" actId="478"/>
          <ac:spMkLst>
            <pc:docMk/>
            <pc:sldMk cId="0" sldId="288"/>
            <ac:spMk id="10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5:10:08.656" v="667" actId="1076"/>
          <ac:spMkLst>
            <pc:docMk/>
            <pc:sldMk cId="0" sldId="288"/>
            <ac:spMk id="11" creationId="{00000000-0000-0000-0000-000000000000}"/>
          </ac:spMkLst>
        </pc:spChg>
        <pc:spChg chg="add del mod">
          <ac:chgData name="Dobi (Vaibhav Dobriyal)" userId="5ac61698-627f-4848-a83d-825c33538f74" providerId="ADAL" clId="{968E34B8-4CDA-5E92-9CF4-F667F27A04DD}" dt="2026-07-01T15:10:57.563" v="697" actId="120"/>
          <ac:spMkLst>
            <pc:docMk/>
            <pc:sldMk cId="0" sldId="288"/>
            <ac:spMk id="12" creationId="{00000000-0000-0000-0000-000000000000}"/>
          </ac:spMkLst>
        </pc:spChg>
        <pc:spChg chg="add del mod">
          <ac:chgData name="Dobi (Vaibhav Dobriyal)" userId="5ac61698-627f-4848-a83d-825c33538f74" providerId="ADAL" clId="{968E34B8-4CDA-5E92-9CF4-F667F27A04DD}" dt="2026-07-01T15:10:51.297" v="695" actId="478"/>
          <ac:spMkLst>
            <pc:docMk/>
            <pc:sldMk cId="0" sldId="288"/>
            <ac:spMk id="13" creationId="{D2281B31-EB8F-79C6-1E8C-42F9633838D3}"/>
          </ac:spMkLst>
        </pc:spChg>
        <pc:picChg chg="mod">
          <ac:chgData name="Dobi (Vaibhav Dobriyal)" userId="5ac61698-627f-4848-a83d-825c33538f74" providerId="ADAL" clId="{968E34B8-4CDA-5E92-9CF4-F667F27A04DD}" dt="2026-07-01T14:57:16.573" v="594" actId="14100"/>
          <ac:picMkLst>
            <pc:docMk/>
            <pc:sldMk cId="0" sldId="288"/>
            <ac:picMk id="5" creationId="{00000000-0000-0000-0000-000000000000}"/>
          </ac:picMkLst>
        </pc:picChg>
      </pc:sldChg>
      <pc:sldChg chg="addSp delSp modSp add mod setBg">
        <pc:chgData name="Dobi (Vaibhav Dobriyal)" userId="5ac61698-627f-4848-a83d-825c33538f74" providerId="ADAL" clId="{968E34B8-4CDA-5E92-9CF4-F667F27A04DD}" dt="2026-07-01T14:39:29.258" v="95" actId="1076"/>
        <pc:sldMkLst>
          <pc:docMk/>
          <pc:sldMk cId="0" sldId="289"/>
        </pc:sldMkLst>
        <pc:spChg chg="add del mod">
          <ac:chgData name="Dobi (Vaibhav Dobriyal)" userId="5ac61698-627f-4848-a83d-825c33538f74" providerId="ADAL" clId="{968E34B8-4CDA-5E92-9CF4-F667F27A04DD}" dt="2026-07-01T14:38:56.609" v="90" actId="478"/>
          <ac:spMkLst>
            <pc:docMk/>
            <pc:sldMk cId="0" sldId="289"/>
            <ac:spMk id="2" creationId="{820D2794-F2B3-3A2D-188B-F5045E1C81F5}"/>
          </ac:spMkLst>
        </pc:spChg>
        <pc:spChg chg="add del mod">
          <ac:chgData name="Dobi (Vaibhav Dobriyal)" userId="5ac61698-627f-4848-a83d-825c33538f74" providerId="ADAL" clId="{968E34B8-4CDA-5E92-9CF4-F667F27A04DD}" dt="2026-07-01T14:37:09.309" v="88" actId="478"/>
          <ac:spMkLst>
            <pc:docMk/>
            <pc:sldMk cId="0" sldId="289"/>
            <ac:spMk id="3" creationId="{D244123B-2315-5EDE-07C7-9E43293B36E2}"/>
          </ac:spMkLst>
        </pc:spChg>
        <pc:spChg chg="add mod">
          <ac:chgData name="Dobi (Vaibhav Dobriyal)" userId="5ac61698-627f-4848-a83d-825c33538f74" providerId="ADAL" clId="{968E34B8-4CDA-5E92-9CF4-F667F27A04DD}" dt="2026-07-01T14:39:00.749" v="91"/>
          <ac:spMkLst>
            <pc:docMk/>
            <pc:sldMk cId="0" sldId="289"/>
            <ac:spMk id="4" creationId="{3A06CF6D-7E2D-58FF-4C12-B2D76E825153}"/>
          </ac:spMkLst>
        </pc:spChg>
        <pc:spChg chg="mod">
          <ac:chgData name="Dobi (Vaibhav Dobriyal)" userId="5ac61698-627f-4848-a83d-825c33538f74" providerId="ADAL" clId="{968E34B8-4CDA-5E92-9CF4-F667F27A04DD}" dt="2026-07-01T14:35:43.925" v="79" actId="1076"/>
          <ac:spMkLst>
            <pc:docMk/>
            <pc:sldMk cId="0" sldId="289"/>
            <ac:spMk id="18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39:29.258" v="95" actId="1076"/>
          <ac:spMkLst>
            <pc:docMk/>
            <pc:sldMk cId="0" sldId="289"/>
            <ac:spMk id="21" creationId="{00000000-0000-0000-0000-000000000000}"/>
          </ac:spMkLst>
        </pc:spChg>
        <pc:spChg chg="del">
          <ac:chgData name="Dobi (Vaibhav Dobriyal)" userId="5ac61698-627f-4848-a83d-825c33538f74" providerId="ADAL" clId="{968E34B8-4CDA-5E92-9CF4-F667F27A04DD}" dt="2026-07-01T14:34:35.188" v="71" actId="478"/>
          <ac:spMkLst>
            <pc:docMk/>
            <pc:sldMk cId="0" sldId="289"/>
            <ac:spMk id="22" creationId="{00000000-0000-0000-0000-000000000000}"/>
          </ac:spMkLst>
        </pc:spChg>
        <pc:spChg chg="mod">
          <ac:chgData name="Dobi (Vaibhav Dobriyal)" userId="5ac61698-627f-4848-a83d-825c33538f74" providerId="ADAL" clId="{968E34B8-4CDA-5E92-9CF4-F667F27A04DD}" dt="2026-07-01T14:34:51.214" v="72" actId="14100"/>
          <ac:spMkLst>
            <pc:docMk/>
            <pc:sldMk cId="0" sldId="289"/>
            <ac:spMk id="38" creationId="{00000000-0000-0000-0000-000000000000}"/>
          </ac:spMkLst>
        </pc:spChg>
      </pc:sldChg>
      <pc:sldChg chg="addSp delSp modSp add mod">
        <pc:chgData name="Dobi (Vaibhav Dobriyal)" userId="5ac61698-627f-4848-a83d-825c33538f74" providerId="ADAL" clId="{968E34B8-4CDA-5E92-9CF4-F667F27A04DD}" dt="2026-07-01T14:49:01.363" v="330" actId="404"/>
        <pc:sldMkLst>
          <pc:docMk/>
          <pc:sldMk cId="2085334775" sldId="290"/>
        </pc:sldMkLst>
        <pc:spChg chg="add mod">
          <ac:chgData name="Dobi (Vaibhav Dobriyal)" userId="5ac61698-627f-4848-a83d-825c33538f74" providerId="ADAL" clId="{968E34B8-4CDA-5E92-9CF4-F667F27A04DD}" dt="2026-07-01T14:39:50.803" v="98"/>
          <ac:spMkLst>
            <pc:docMk/>
            <pc:sldMk cId="2085334775" sldId="290"/>
            <ac:spMk id="5" creationId="{3990AFA8-31C2-9BFB-FC8F-A599DC4BD9E2}"/>
          </ac:spMkLst>
        </pc:spChg>
        <pc:spChg chg="add mod">
          <ac:chgData name="Dobi (Vaibhav Dobriyal)" userId="5ac61698-627f-4848-a83d-825c33538f74" providerId="ADAL" clId="{968E34B8-4CDA-5E92-9CF4-F667F27A04DD}" dt="2026-07-01T14:39:50.803" v="98"/>
          <ac:spMkLst>
            <pc:docMk/>
            <pc:sldMk cId="2085334775" sldId="290"/>
            <ac:spMk id="7" creationId="{3E2894DA-982A-40FE-1F46-A74184D116D9}"/>
          </ac:spMkLst>
        </pc:spChg>
        <pc:spChg chg="add mod">
          <ac:chgData name="Dobi (Vaibhav Dobriyal)" userId="5ac61698-627f-4848-a83d-825c33538f74" providerId="ADAL" clId="{968E34B8-4CDA-5E92-9CF4-F667F27A04DD}" dt="2026-07-01T14:39:50.803" v="98"/>
          <ac:spMkLst>
            <pc:docMk/>
            <pc:sldMk cId="2085334775" sldId="290"/>
            <ac:spMk id="8" creationId="{A6C4E39A-A262-CD14-E9C4-229409241500}"/>
          </ac:spMkLst>
        </pc:spChg>
        <pc:spChg chg="add del mod">
          <ac:chgData name="Dobi (Vaibhav Dobriyal)" userId="5ac61698-627f-4848-a83d-825c33538f74" providerId="ADAL" clId="{968E34B8-4CDA-5E92-9CF4-F667F27A04DD}" dt="2026-07-01T14:40:27" v="107" actId="478"/>
          <ac:spMkLst>
            <pc:docMk/>
            <pc:sldMk cId="2085334775" sldId="290"/>
            <ac:spMk id="9" creationId="{E2275CCA-FA39-339F-8995-19954F87E809}"/>
          </ac:spMkLst>
        </pc:spChg>
        <pc:spChg chg="add del mod">
          <ac:chgData name="Dobi (Vaibhav Dobriyal)" userId="5ac61698-627f-4848-a83d-825c33538f74" providerId="ADAL" clId="{968E34B8-4CDA-5E92-9CF4-F667F27A04DD}" dt="2026-07-01T14:41:46.941" v="115" actId="478"/>
          <ac:spMkLst>
            <pc:docMk/>
            <pc:sldMk cId="2085334775" sldId="290"/>
            <ac:spMk id="10" creationId="{E92A0C71-16C6-0B3D-06C8-35AA3FC15EA8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11" creationId="{8E389B7A-0B44-5C12-5FA5-7C1A6CBD4B75}"/>
          </ac:spMkLst>
        </pc:spChg>
        <pc:spChg chg="add del mod">
          <ac:chgData name="Dobi (Vaibhav Dobriyal)" userId="5ac61698-627f-4848-a83d-825c33538f74" providerId="ADAL" clId="{968E34B8-4CDA-5E92-9CF4-F667F27A04DD}" dt="2026-07-01T14:42:23.732" v="122" actId="478"/>
          <ac:spMkLst>
            <pc:docMk/>
            <pc:sldMk cId="2085334775" sldId="290"/>
            <ac:spMk id="13" creationId="{E806FE4D-8A6E-6107-0498-6D1A3B97D4F8}"/>
          </ac:spMkLst>
        </pc:spChg>
        <pc:spChg chg="add mod">
          <ac:chgData name="Dobi (Vaibhav Dobriyal)" userId="5ac61698-627f-4848-a83d-825c33538f74" providerId="ADAL" clId="{968E34B8-4CDA-5E92-9CF4-F667F27A04DD}" dt="2026-07-01T14:49:01.363" v="330" actId="404"/>
          <ac:spMkLst>
            <pc:docMk/>
            <pc:sldMk cId="2085334775" sldId="290"/>
            <ac:spMk id="15" creationId="{54AD15CC-4EB9-A16C-0A28-C85B982ACE84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17" creationId="{A435ACCA-875C-C28B-5238-18C72B808355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18" creationId="{5E943850-65DD-88C0-5CFB-D245152D2E7D}"/>
          </ac:spMkLst>
        </pc:spChg>
        <pc:spChg chg="add mod">
          <ac:chgData name="Dobi (Vaibhav Dobriyal)" userId="5ac61698-627f-4848-a83d-825c33538f74" providerId="ADAL" clId="{968E34B8-4CDA-5E92-9CF4-F667F27A04DD}" dt="2026-07-01T14:49:01.363" v="330" actId="404"/>
          <ac:spMkLst>
            <pc:docMk/>
            <pc:sldMk cId="2085334775" sldId="290"/>
            <ac:spMk id="19" creationId="{56C417E4-0793-6902-44C2-9ABDA46B6060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0" creationId="{960FF89F-D7A5-9D52-DAD4-1F88985F3A7B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1" creationId="{EABC3E47-016A-C3FF-F187-981A8CE39571}"/>
          </ac:spMkLst>
        </pc:spChg>
        <pc:spChg chg="add mod">
          <ac:chgData name="Dobi (Vaibhav Dobriyal)" userId="5ac61698-627f-4848-a83d-825c33538f74" providerId="ADAL" clId="{968E34B8-4CDA-5E92-9CF4-F667F27A04DD}" dt="2026-07-01T14:49:01.363" v="330" actId="404"/>
          <ac:spMkLst>
            <pc:docMk/>
            <pc:sldMk cId="2085334775" sldId="290"/>
            <ac:spMk id="22" creationId="{7CA8A187-D482-8164-0CA0-145FE2EE4C05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3" creationId="{11091C5D-D78F-751B-DE64-68E3370647C3}"/>
          </ac:spMkLst>
        </pc:spChg>
        <pc:spChg chg="add mod">
          <ac:chgData name="Dobi (Vaibhav Dobriyal)" userId="5ac61698-627f-4848-a83d-825c33538f74" providerId="ADAL" clId="{968E34B8-4CDA-5E92-9CF4-F667F27A04DD}" dt="2026-07-01T14:44:35.956" v="158" actId="1076"/>
          <ac:spMkLst>
            <pc:docMk/>
            <pc:sldMk cId="2085334775" sldId="290"/>
            <ac:spMk id="25" creationId="{9D863DA0-E7CC-98E6-04B7-EE5E1929F734}"/>
          </ac:spMkLst>
        </pc:spChg>
        <pc:spChg chg="add mod">
          <ac:chgData name="Dobi (Vaibhav Dobriyal)" userId="5ac61698-627f-4848-a83d-825c33538f74" providerId="ADAL" clId="{968E34B8-4CDA-5E92-9CF4-F667F27A04DD}" dt="2026-07-01T14:48:16.586" v="320" actId="207"/>
          <ac:spMkLst>
            <pc:docMk/>
            <pc:sldMk cId="2085334775" sldId="290"/>
            <ac:spMk id="26" creationId="{A4EC665E-0C5D-1C9A-5D34-B3C01563015A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7" creationId="{F5416C2A-D6B3-4A7F-0553-BB9392A0D4F9}"/>
          </ac:spMkLst>
        </pc:spChg>
        <pc:spChg chg="add mod">
          <ac:chgData name="Dobi (Vaibhav Dobriyal)" userId="5ac61698-627f-4848-a83d-825c33538f74" providerId="ADAL" clId="{968E34B8-4CDA-5E92-9CF4-F667F27A04DD}" dt="2026-07-01T14:48:55.516" v="329" actId="14100"/>
          <ac:spMkLst>
            <pc:docMk/>
            <pc:sldMk cId="2085334775" sldId="290"/>
            <ac:spMk id="28" creationId="{44BEF019-0551-F3D1-AA92-5ABFFEE89862}"/>
          </ac:spMkLst>
        </pc:spChg>
      </pc:sldChg>
      <pc:sldChg chg="addSp delSp modSp add mod">
        <pc:chgData name="Dobi (Vaibhav Dobriyal)" userId="5ac61698-627f-4848-a83d-825c33538f74" providerId="ADAL" clId="{968E34B8-4CDA-5E92-9CF4-F667F27A04DD}" dt="2026-07-01T14:47:26.951" v="210" actId="14861"/>
        <pc:sldMkLst>
          <pc:docMk/>
          <pc:sldMk cId="1757737616" sldId="291"/>
        </pc:sldMkLst>
        <pc:spChg chg="mod">
          <ac:chgData name="Dobi (Vaibhav Dobriyal)" userId="5ac61698-627f-4848-a83d-825c33538f74" providerId="ADAL" clId="{968E34B8-4CDA-5E92-9CF4-F667F27A04DD}" dt="2026-07-01T14:45:37.406" v="170"/>
          <ac:spMkLst>
            <pc:docMk/>
            <pc:sldMk cId="1757737616" sldId="291"/>
            <ac:spMk id="3" creationId="{E59EA049-B73C-7D18-5B34-3AA44E01E120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7" creationId="{0D9507E5-A357-B0B3-7CC8-76ED6F4BC6BE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8" creationId="{4D460C63-5536-D207-5DFE-3DF40D825B4E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9" creationId="{64FEF4E1-CC03-15C2-BCFB-F685DAF88EBC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0" creationId="{B142DFD2-0369-DBA9-0591-E9E372EF3754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1" creationId="{9DAAC6E6-5590-E531-FA42-00908E762714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2" creationId="{AA76D7F2-6E9B-38B0-5183-7229E7955A9A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3" creationId="{EE3AB7EB-DE69-9A6B-AB9F-6D06B0ABEC76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4" creationId="{42E6BFFE-D910-0278-8E67-7B8A7C317458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5" creationId="{FE4DBB58-D042-D067-F5C9-D63FA680FDB9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16" creationId="{7443002D-F867-FF45-434D-2D8D3DA102B6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7" creationId="{6F799746-3411-8291-DB33-F60E3EEDD1CD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8" creationId="{DBC4AAED-A79D-FD99-DC58-8AA27B4D2EB1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19" creationId="{6E1FB759-F014-30ED-7EB1-B0E26AB65BF0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0" creationId="{4A564E4C-46E9-8237-1FE7-583F29EFE88E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1" creationId="{B544EB96-CD09-E35C-90E4-8D6329D9EF54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2" creationId="{4B5AEBF0-B87C-33FC-283E-F3904749C855}"/>
          </ac:spMkLst>
        </pc:spChg>
        <pc:spChg chg="del">
          <ac:chgData name="Dobi (Vaibhav Dobriyal)" userId="5ac61698-627f-4848-a83d-825c33538f74" providerId="ADAL" clId="{968E34B8-4CDA-5E92-9CF4-F667F27A04DD}" dt="2026-07-01T14:44:58.480" v="162" actId="478"/>
          <ac:spMkLst>
            <pc:docMk/>
            <pc:sldMk cId="1757737616" sldId="291"/>
            <ac:spMk id="23" creationId="{370F2EAB-6C62-AA06-F512-D99811D02D94}"/>
          </ac:spMkLst>
        </pc:spChg>
        <pc:spChg chg="del">
          <ac:chgData name="Dobi (Vaibhav Dobriyal)" userId="5ac61698-627f-4848-a83d-825c33538f74" providerId="ADAL" clId="{968E34B8-4CDA-5E92-9CF4-F667F27A04DD}" dt="2026-07-01T14:44:55.865" v="161" actId="478"/>
          <ac:spMkLst>
            <pc:docMk/>
            <pc:sldMk cId="1757737616" sldId="291"/>
            <ac:spMk id="25" creationId="{E3AC1A25-4AEB-8D5D-B0A9-A9EA353104C7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26" creationId="{65E48FB0-A73C-3E08-9C4C-100E666AA366}"/>
          </ac:spMkLst>
        </pc:spChg>
        <pc:spChg chg="mod">
          <ac:chgData name="Dobi (Vaibhav Dobriyal)" userId="5ac61698-627f-4848-a83d-825c33538f74" providerId="ADAL" clId="{968E34B8-4CDA-5E92-9CF4-F667F27A04DD}" dt="2026-07-01T14:45:45.540" v="171"/>
          <ac:spMkLst>
            <pc:docMk/>
            <pc:sldMk cId="1757737616" sldId="291"/>
            <ac:spMk id="27" creationId="{D72C6B4C-A6A9-A260-2F8B-1025CF2D7D6A}"/>
          </ac:spMkLst>
        </pc:spChg>
        <pc:spChg chg="add mod">
          <ac:chgData name="Dobi (Vaibhav Dobriyal)" userId="5ac61698-627f-4848-a83d-825c33538f74" providerId="ADAL" clId="{968E34B8-4CDA-5E92-9CF4-F667F27A04DD}" dt="2026-07-01T14:46:08.672" v="176" actId="404"/>
          <ac:spMkLst>
            <pc:docMk/>
            <pc:sldMk cId="1757737616" sldId="291"/>
            <ac:spMk id="28" creationId="{A11F41F7-940E-8395-E110-85589ABFDBB9}"/>
          </ac:spMkLst>
        </pc:spChg>
        <pc:spChg chg="mod">
          <ac:chgData name="Dobi (Vaibhav Dobriyal)" userId="5ac61698-627f-4848-a83d-825c33538f74" providerId="ADAL" clId="{968E34B8-4CDA-5E92-9CF4-F667F27A04DD}" dt="2026-07-01T14:46:54.791" v="203" actId="14100"/>
          <ac:spMkLst>
            <pc:docMk/>
            <pc:sldMk cId="1757737616" sldId="291"/>
            <ac:spMk id="30" creationId="{41F19DC0-6BF2-C98A-C315-E80B50EE8F1E}"/>
          </ac:spMkLst>
        </pc:spChg>
        <pc:spChg chg="mod">
          <ac:chgData name="Dobi (Vaibhav Dobriyal)" userId="5ac61698-627f-4848-a83d-825c33538f74" providerId="ADAL" clId="{968E34B8-4CDA-5E92-9CF4-F667F27A04DD}" dt="2026-07-01T14:46:59.179" v="204" actId="14861"/>
          <ac:spMkLst>
            <pc:docMk/>
            <pc:sldMk cId="1757737616" sldId="291"/>
            <ac:spMk id="31" creationId="{E0C0F44D-711C-E41F-D86D-C76567A77DAA}"/>
          </ac:spMkLst>
        </pc:spChg>
        <pc:spChg chg="mod">
          <ac:chgData name="Dobi (Vaibhav Dobriyal)" userId="5ac61698-627f-4848-a83d-825c33538f74" providerId="ADAL" clId="{968E34B8-4CDA-5E92-9CF4-F667F27A04DD}" dt="2026-07-01T14:46:47.487" v="202" actId="1036"/>
          <ac:spMkLst>
            <pc:docMk/>
            <pc:sldMk cId="1757737616" sldId="291"/>
            <ac:spMk id="33" creationId="{12A4FBD5-E4F2-0499-4C3E-AD7F5BC6FFCA}"/>
          </ac:spMkLst>
        </pc:spChg>
        <pc:spChg chg="mod">
          <ac:chgData name="Dobi (Vaibhav Dobriyal)" userId="5ac61698-627f-4848-a83d-825c33538f74" providerId="ADAL" clId="{968E34B8-4CDA-5E92-9CF4-F667F27A04DD}" dt="2026-07-01T14:46:41.491" v="193" actId="1036"/>
          <ac:spMkLst>
            <pc:docMk/>
            <pc:sldMk cId="1757737616" sldId="291"/>
            <ac:spMk id="34" creationId="{9B00B22B-9C82-DC20-37C6-CF5053B5B8BF}"/>
          </ac:spMkLst>
        </pc:spChg>
        <pc:spChg chg="mod">
          <ac:chgData name="Dobi (Vaibhav Dobriyal)" userId="5ac61698-627f-4848-a83d-825c33538f74" providerId="ADAL" clId="{968E34B8-4CDA-5E92-9CF4-F667F27A04DD}" dt="2026-07-01T14:47:20.272" v="209" actId="14100"/>
          <ac:spMkLst>
            <pc:docMk/>
            <pc:sldMk cId="1757737616" sldId="291"/>
            <ac:spMk id="35" creationId="{2B973452-B12F-72A7-DADA-22BD9421009D}"/>
          </ac:spMkLst>
        </pc:spChg>
        <pc:spChg chg="mod">
          <ac:chgData name="Dobi (Vaibhav Dobriyal)" userId="5ac61698-627f-4848-a83d-825c33538f74" providerId="ADAL" clId="{968E34B8-4CDA-5E92-9CF4-F667F27A04DD}" dt="2026-07-01T14:47:15.908" v="208" actId="14100"/>
          <ac:spMkLst>
            <pc:docMk/>
            <pc:sldMk cId="1757737616" sldId="291"/>
            <ac:spMk id="36" creationId="{C1844921-FB4F-CDCA-E7EF-7E8C0413AE78}"/>
          </ac:spMkLst>
        </pc:spChg>
        <pc:spChg chg="mod">
          <ac:chgData name="Dobi (Vaibhav Dobriyal)" userId="5ac61698-627f-4848-a83d-825c33538f74" providerId="ADAL" clId="{968E34B8-4CDA-5E92-9CF4-F667F27A04DD}" dt="2026-07-01T14:46:16.385" v="177"/>
          <ac:spMkLst>
            <pc:docMk/>
            <pc:sldMk cId="1757737616" sldId="291"/>
            <ac:spMk id="40" creationId="{89AFB725-5FF4-D6A3-B265-23E2F45BD341}"/>
          </ac:spMkLst>
        </pc:spChg>
        <pc:spChg chg="mod">
          <ac:chgData name="Dobi (Vaibhav Dobriyal)" userId="5ac61698-627f-4848-a83d-825c33538f74" providerId="ADAL" clId="{968E34B8-4CDA-5E92-9CF4-F667F27A04DD}" dt="2026-07-01T14:46:47.487" v="202" actId="1036"/>
          <ac:spMkLst>
            <pc:docMk/>
            <pc:sldMk cId="1757737616" sldId="291"/>
            <ac:spMk id="41" creationId="{2F2AE254-2C8C-64CA-7B45-CE271B06AB59}"/>
          </ac:spMkLst>
        </pc:spChg>
        <pc:spChg chg="mod">
          <ac:chgData name="Dobi (Vaibhav Dobriyal)" userId="5ac61698-627f-4848-a83d-825c33538f74" providerId="ADAL" clId="{968E34B8-4CDA-5E92-9CF4-F667F27A04DD}" dt="2026-07-01T14:46:41.491" v="193" actId="1036"/>
          <ac:spMkLst>
            <pc:docMk/>
            <pc:sldMk cId="1757737616" sldId="291"/>
            <ac:spMk id="42" creationId="{3A79815F-E9B4-21ED-3932-244EA4793450}"/>
          </ac:spMkLst>
        </pc:spChg>
        <pc:spChg chg="mod">
          <ac:chgData name="Dobi (Vaibhav Dobriyal)" userId="5ac61698-627f-4848-a83d-825c33538f74" providerId="ADAL" clId="{968E34B8-4CDA-5E92-9CF4-F667F27A04DD}" dt="2026-07-01T14:46:35.440" v="182" actId="14861"/>
          <ac:spMkLst>
            <pc:docMk/>
            <pc:sldMk cId="1757737616" sldId="291"/>
            <ac:spMk id="43" creationId="{6E4EFAAD-6036-40B5-A568-066945AC7BF9}"/>
          </ac:spMkLst>
        </pc:spChg>
        <pc:spChg chg="mod">
          <ac:chgData name="Dobi (Vaibhav Dobriyal)" userId="5ac61698-627f-4848-a83d-825c33538f74" providerId="ADAL" clId="{968E34B8-4CDA-5E92-9CF4-F667F27A04DD}" dt="2026-07-01T14:47:26.951" v="210" actId="14861"/>
          <ac:spMkLst>
            <pc:docMk/>
            <pc:sldMk cId="1757737616" sldId="291"/>
            <ac:spMk id="44" creationId="{B9124A27-1FCE-2A71-F350-EAA4FB3F5534}"/>
          </ac:spMkLst>
        </pc:spChg>
        <pc:spChg chg="mod">
          <ac:chgData name="Dobi (Vaibhav Dobriyal)" userId="5ac61698-627f-4848-a83d-825c33538f74" providerId="ADAL" clId="{968E34B8-4CDA-5E92-9CF4-F667F27A04DD}" dt="2026-07-01T14:46:47.487" v="202" actId="1036"/>
          <ac:spMkLst>
            <pc:docMk/>
            <pc:sldMk cId="1757737616" sldId="291"/>
            <ac:spMk id="46" creationId="{384DC7D0-9D97-E800-F5EA-95201F3183F1}"/>
          </ac:spMkLst>
        </pc:spChg>
        <pc:spChg chg="mod">
          <ac:chgData name="Dobi (Vaibhav Dobriyal)" userId="5ac61698-627f-4848-a83d-825c33538f74" providerId="ADAL" clId="{968E34B8-4CDA-5E92-9CF4-F667F27A04DD}" dt="2026-07-01T14:46:41.491" v="193" actId="1036"/>
          <ac:spMkLst>
            <pc:docMk/>
            <pc:sldMk cId="1757737616" sldId="291"/>
            <ac:spMk id="47" creationId="{106E7B54-CEE4-F7C0-AF47-767ECEEA0B2C}"/>
          </ac:spMkLst>
        </pc:spChg>
        <pc:grpChg chg="mod">
          <ac:chgData name="Dobi (Vaibhav Dobriyal)" userId="5ac61698-627f-4848-a83d-825c33538f74" providerId="ADAL" clId="{968E34B8-4CDA-5E92-9CF4-F667F27A04DD}" dt="2026-07-01T14:46:00.603" v="174" actId="14100"/>
          <ac:grpSpMkLst>
            <pc:docMk/>
            <pc:sldMk cId="1757737616" sldId="291"/>
            <ac:grpSpMk id="5" creationId="{2F43BF5A-7CF9-6A3F-C831-959B98F185C2}"/>
          </ac:grpSpMkLst>
        </pc:grpChg>
        <pc:grpChg chg="mod">
          <ac:chgData name="Dobi (Vaibhav Dobriyal)" userId="5ac61698-627f-4848-a83d-825c33538f74" providerId="ADAL" clId="{968E34B8-4CDA-5E92-9CF4-F667F27A04DD}" dt="2026-07-01T14:46:23.203" v="179" actId="14100"/>
          <ac:grpSpMkLst>
            <pc:docMk/>
            <pc:sldMk cId="1757737616" sldId="291"/>
            <ac:grpSpMk id="29" creationId="{8FBCD785-0A70-22D4-1A22-1DD03F4D39D4}"/>
          </ac:grpSpMkLst>
        </pc:grpChg>
      </pc:sldChg>
      <pc:sldChg chg="addSp delSp modSp add mod">
        <pc:chgData name="Dobi (Vaibhav Dobriyal)" userId="5ac61698-627f-4848-a83d-825c33538f74" providerId="ADAL" clId="{968E34B8-4CDA-5E92-9CF4-F667F27A04DD}" dt="2026-07-01T14:50:01.267" v="366" actId="20577"/>
        <pc:sldMkLst>
          <pc:docMk/>
          <pc:sldMk cId="3080022876" sldId="292"/>
        </pc:sldMkLst>
        <pc:spChg chg="mod">
          <ac:chgData name="Dobi (Vaibhav Dobriyal)" userId="5ac61698-627f-4848-a83d-825c33538f74" providerId="ADAL" clId="{968E34B8-4CDA-5E92-9CF4-F667F27A04DD}" dt="2026-07-01T14:50:01.267" v="366" actId="20577"/>
          <ac:spMkLst>
            <pc:docMk/>
            <pc:sldMk cId="3080022876" sldId="292"/>
            <ac:spMk id="3" creationId="{3663EDB7-DCD1-83C7-C5D7-1A69EFFD92BC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1" creationId="{CCF66DAD-E684-BF3C-3DB3-B82CD1155F86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5" creationId="{58C4D46B-D092-455F-C227-08DF9DC22410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7" creationId="{859511C7-9480-C4AB-99E0-BF14ED8C931B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19" creationId="{9A234AC9-A04E-205F-1C8D-7FD457C87707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0" creationId="{418D568A-9148-F58B-2046-E81327DF1C9B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1" creationId="{0676DA4B-815E-C7DB-1DA0-6D8F150DA962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2" creationId="{62CCD382-FC01-9146-C500-3DA9D0F244CF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3" creationId="{6A2F82E5-AD86-A094-53A1-41E06722A0F9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25" creationId="{8367359D-7106-E360-E3EA-B315D1281BC8}"/>
          </ac:spMkLst>
        </pc:spChg>
        <pc:spChg chg="del">
          <ac:chgData name="Dobi (Vaibhav Dobriyal)" userId="5ac61698-627f-4848-a83d-825c33538f74" providerId="ADAL" clId="{968E34B8-4CDA-5E92-9CF4-F667F27A04DD}" dt="2026-07-01T14:49:14.548" v="332" actId="478"/>
          <ac:spMkLst>
            <pc:docMk/>
            <pc:sldMk cId="3080022876" sldId="292"/>
            <ac:spMk id="28" creationId="{AE00D213-E7E0-513D-43B0-F2D96392D096}"/>
          </ac:spMkLst>
        </pc:spChg>
        <pc:spChg chg="add mod">
          <ac:chgData name="Dobi (Vaibhav Dobriyal)" userId="5ac61698-627f-4848-a83d-825c33538f74" providerId="ADAL" clId="{968E34B8-4CDA-5E92-9CF4-F667F27A04DD}" dt="2026-07-01T14:49:26.621" v="333"/>
          <ac:spMkLst>
            <pc:docMk/>
            <pc:sldMk cId="3080022876" sldId="292"/>
            <ac:spMk id="48" creationId="{2C850CBB-12DF-33FB-1613-3E626BD02802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49" creationId="{AD491F15-A302-61AF-4D9F-EE4D90B2D6B5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0" creationId="{D18808E8-321F-5BDA-0737-6AD22B2FE977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1" creationId="{192888D1-F34C-9E88-D73F-FC99E3E291BD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2" creationId="{8BC2ADE0-AB4A-9315-7DAC-D8206ADCA89B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3" creationId="{5AB5B07B-8920-0B56-D406-90A118C2667A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4" creationId="{DF91FAC2-5DA9-5903-4A9C-2BFA61CD02B4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5" creationId="{FE55AEE0-3873-700C-FF7B-F1E0BC8FA53F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6" creationId="{14310744-926F-931A-4883-0DEBF2972B8C}"/>
          </ac:spMkLst>
        </pc:spChg>
        <pc:spChg chg="add mod">
          <ac:chgData name="Dobi (Vaibhav Dobriyal)" userId="5ac61698-627f-4848-a83d-825c33538f74" providerId="ADAL" clId="{968E34B8-4CDA-5E92-9CF4-F667F27A04DD}" dt="2026-07-01T14:49:41.751" v="335" actId="1076"/>
          <ac:spMkLst>
            <pc:docMk/>
            <pc:sldMk cId="3080022876" sldId="292"/>
            <ac:spMk id="57" creationId="{F461FA23-5553-C3B2-FDFF-5F913B8DA840}"/>
          </ac:spMkLst>
        </pc:spChg>
        <pc:grpChg chg="del">
          <ac:chgData name="Dobi (Vaibhav Dobriyal)" userId="5ac61698-627f-4848-a83d-825c33538f74" providerId="ADAL" clId="{968E34B8-4CDA-5E92-9CF4-F667F27A04DD}" dt="2026-07-01T14:49:14.548" v="332" actId="478"/>
          <ac:grpSpMkLst>
            <pc:docMk/>
            <pc:sldMk cId="3080022876" sldId="292"/>
            <ac:grpSpMk id="5" creationId="{3B1901CB-31DE-74C1-084B-669F922BB359}"/>
          </ac:grpSpMkLst>
        </pc:grpChg>
        <pc:grpChg chg="del">
          <ac:chgData name="Dobi (Vaibhav Dobriyal)" userId="5ac61698-627f-4848-a83d-825c33538f74" providerId="ADAL" clId="{968E34B8-4CDA-5E92-9CF4-F667F27A04DD}" dt="2026-07-01T14:49:14.548" v="332" actId="478"/>
          <ac:grpSpMkLst>
            <pc:docMk/>
            <pc:sldMk cId="3080022876" sldId="292"/>
            <ac:grpSpMk id="29" creationId="{DF544B21-6E38-FED6-D1E3-8E499AA6DDFE}"/>
          </ac:grpSpMkLst>
        </pc:grpChg>
      </pc:sldChg>
      <pc:sldChg chg="addSp delSp modSp add mod">
        <pc:chgData name="Dobi (Vaibhav Dobriyal)" userId="5ac61698-627f-4848-a83d-825c33538f74" providerId="ADAL" clId="{968E34B8-4CDA-5E92-9CF4-F667F27A04DD}" dt="2026-07-01T14:51:07.844" v="381" actId="14734"/>
        <pc:sldMkLst>
          <pc:docMk/>
          <pc:sldMk cId="3359546757" sldId="293"/>
        </pc:sldMkLst>
        <pc:spChg chg="del">
          <ac:chgData name="Dobi (Vaibhav Dobriyal)" userId="5ac61698-627f-4848-a83d-825c33538f74" providerId="ADAL" clId="{968E34B8-4CDA-5E92-9CF4-F667F27A04DD}" dt="2026-07-01T14:50:35.489" v="373" actId="478"/>
          <ac:spMkLst>
            <pc:docMk/>
            <pc:sldMk cId="3359546757" sldId="293"/>
            <ac:spMk id="4" creationId="{58D28EC2-9CAA-105C-7031-C4B68F77B3DD}"/>
          </ac:spMkLst>
        </pc:spChg>
        <pc:spChg chg="add mod">
          <ac:chgData name="Dobi (Vaibhav Dobriyal)" userId="5ac61698-627f-4848-a83d-825c33538f74" providerId="ADAL" clId="{968E34B8-4CDA-5E92-9CF4-F667F27A04DD}" dt="2026-07-01T14:50:24.149" v="371"/>
          <ac:spMkLst>
            <pc:docMk/>
            <pc:sldMk cId="3359546757" sldId="293"/>
            <ac:spMk id="5" creationId="{DB78DE6C-42DF-0CE9-F6FD-9CB1E7F0DCFF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49" creationId="{91F97F2D-065D-4A05-1B0B-892C2CCF26AD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0" creationId="{9BF8142C-496E-1734-ABC3-B4986D9FFEE7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1" creationId="{142277AB-115B-8084-B973-36F38C880E57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2" creationId="{6029622F-AB23-91B0-3192-9C7983BC39DF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3" creationId="{F8B4F6EF-0D52-1C4A-DD34-E7590682C967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4" creationId="{8D07510A-C79A-CE1F-D23D-165DFB6DF54F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5" creationId="{3915DE87-204E-F81F-149B-482256AE68D2}"/>
          </ac:spMkLst>
        </pc:spChg>
        <pc:spChg chg="del">
          <ac:chgData name="Dobi (Vaibhav Dobriyal)" userId="5ac61698-627f-4848-a83d-825c33538f74" providerId="ADAL" clId="{968E34B8-4CDA-5E92-9CF4-F667F27A04DD}" dt="2026-07-01T14:50:14.306" v="369" actId="478"/>
          <ac:spMkLst>
            <pc:docMk/>
            <pc:sldMk cId="3359546757" sldId="293"/>
            <ac:spMk id="56" creationId="{DD69D0CD-5239-8A2D-6B1F-41762A09868A}"/>
          </ac:spMkLst>
        </pc:spChg>
        <pc:spChg chg="del">
          <ac:chgData name="Dobi (Vaibhav Dobriyal)" userId="5ac61698-627f-4848-a83d-825c33538f74" providerId="ADAL" clId="{968E34B8-4CDA-5E92-9CF4-F667F27A04DD}" dt="2026-07-01T14:50:17.119" v="370" actId="478"/>
          <ac:spMkLst>
            <pc:docMk/>
            <pc:sldMk cId="3359546757" sldId="293"/>
            <ac:spMk id="57" creationId="{BCBC6B81-993D-B832-A082-C692F526E236}"/>
          </ac:spMkLst>
        </pc:spChg>
        <pc:graphicFrameChg chg="add mod">
          <ac:chgData name="Dobi (Vaibhav Dobriyal)" userId="5ac61698-627f-4848-a83d-825c33538f74" providerId="ADAL" clId="{968E34B8-4CDA-5E92-9CF4-F667F27A04DD}" dt="2026-07-01T14:50:24.149" v="371"/>
          <ac:graphicFrameMkLst>
            <pc:docMk/>
            <pc:sldMk cId="3359546757" sldId="293"/>
            <ac:graphicFrameMk id="7" creationId="{C01EA76B-789C-9671-B224-A0D24EAC0DCF}"/>
          </ac:graphicFrameMkLst>
        </pc:graphicFrameChg>
        <pc:graphicFrameChg chg="add mod modGraphic">
          <ac:chgData name="Dobi (Vaibhav Dobriyal)" userId="5ac61698-627f-4848-a83d-825c33538f74" providerId="ADAL" clId="{968E34B8-4CDA-5E92-9CF4-F667F27A04DD}" dt="2026-07-01T14:51:07.844" v="381" actId="14734"/>
          <ac:graphicFrameMkLst>
            <pc:docMk/>
            <pc:sldMk cId="3359546757" sldId="293"/>
            <ac:graphicFrameMk id="8" creationId="{8C5E8990-06BC-DB92-7FC4-A34586F3EE9D}"/>
          </ac:graphicFrameMkLst>
        </pc:graphicFrameChg>
      </pc:sldChg>
      <pc:sldChg chg="addSp delSp modSp add mod">
        <pc:chgData name="Dobi (Vaibhav Dobriyal)" userId="5ac61698-627f-4848-a83d-825c33538f74" providerId="ADAL" clId="{968E34B8-4CDA-5E92-9CF4-F667F27A04DD}" dt="2026-07-01T14:53:02.131" v="432" actId="207"/>
        <pc:sldMkLst>
          <pc:docMk/>
          <pc:sldMk cId="1624054148" sldId="294"/>
        </pc:sldMkLst>
        <pc:spChg chg="mod">
          <ac:chgData name="Dobi (Vaibhav Dobriyal)" userId="5ac61698-627f-4848-a83d-825c33538f74" providerId="ADAL" clId="{968E34B8-4CDA-5E92-9CF4-F667F27A04DD}" dt="2026-07-01T14:51:34.586" v="421" actId="20577"/>
          <ac:spMkLst>
            <pc:docMk/>
            <pc:sldMk cId="1624054148" sldId="294"/>
            <ac:spMk id="2" creationId="{C86086FB-D82C-730C-C282-A2160C5EBE10}"/>
          </ac:spMkLst>
        </pc:spChg>
        <pc:spChg chg="mod">
          <ac:chgData name="Dobi (Vaibhav Dobriyal)" userId="5ac61698-627f-4848-a83d-825c33538f74" providerId="ADAL" clId="{968E34B8-4CDA-5E92-9CF4-F667F27A04DD}" dt="2026-07-01T14:51:28.489" v="407" actId="20577"/>
          <ac:spMkLst>
            <pc:docMk/>
            <pc:sldMk cId="1624054148" sldId="294"/>
            <ac:spMk id="3" creationId="{F067111C-ED85-1F0D-B633-DEEBB3D3F46E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4" creationId="{DFF1D0C1-E877-BC69-EC55-2E13B0E539C3}"/>
          </ac:spMkLst>
        </pc:spChg>
        <pc:spChg chg="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9" creationId="{94666454-65EC-710F-A048-8D278C19F907}"/>
          </ac:spMkLst>
        </pc:spChg>
        <pc:spChg chg="add mod">
          <ac:chgData name="Dobi (Vaibhav Dobriyal)" userId="5ac61698-627f-4848-a83d-825c33538f74" providerId="ADAL" clId="{968E34B8-4CDA-5E92-9CF4-F667F27A04DD}" dt="2026-07-01T14:52:37.401" v="429" actId="14100"/>
          <ac:spMkLst>
            <pc:docMk/>
            <pc:sldMk cId="1624054148" sldId="294"/>
            <ac:spMk id="10" creationId="{EF79BFA3-BA5C-2A20-6D34-C0A3E4E2BD19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11" creationId="{34154F27-2901-8773-2D23-99E9CFC23646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13" creationId="{0303485F-F1D5-E2D0-E29D-3B0C847F8A79}"/>
          </ac:spMkLst>
        </pc:spChg>
        <pc:spChg chg="add 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14" creationId="{D84CEAF7-47EB-D726-30B4-90B61BE04AA2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16" creationId="{25DEDF9E-8D2D-B55F-6FCE-35B0D56B18A2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18" creationId="{433FD361-E624-9587-0064-8A15B4C9828A}"/>
          </ac:spMkLst>
        </pc:spChg>
        <pc:spChg chg="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19" creationId="{3A0EF59F-9FA6-7F37-30B3-02390BC7FBC2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21" creationId="{22FB9BA4-3388-AD00-6023-63BAE59CBEF9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22" creationId="{325504A5-B73A-B09C-4BBB-CEDAE58C9EF8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23" creationId="{0AF1EAFB-1128-F472-EEF0-0746E21227D3}"/>
          </ac:spMkLst>
        </pc:spChg>
        <pc:spChg chg="add 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24" creationId="{1FA40BC1-2944-EAD2-11D3-751379BAD02B}"/>
          </ac:spMkLst>
        </pc:spChg>
        <pc:spChg chg="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26" creationId="{D673335D-DD28-F62F-8806-33471AECC9FE}"/>
          </ac:spMkLst>
        </pc:spChg>
        <pc:spChg chg="add 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29" creationId="{C071C2C1-3398-0020-12E1-F873FDA27BD9}"/>
          </ac:spMkLst>
        </pc:spChg>
        <pc:spChg chg="add mod">
          <ac:chgData name="Dobi (Vaibhav Dobriyal)" userId="5ac61698-627f-4848-a83d-825c33538f74" providerId="ADAL" clId="{968E34B8-4CDA-5E92-9CF4-F667F27A04DD}" dt="2026-07-01T14:53:02.131" v="432" actId="207"/>
          <ac:spMkLst>
            <pc:docMk/>
            <pc:sldMk cId="1624054148" sldId="294"/>
            <ac:spMk id="31" creationId="{D2667489-3AF6-97E8-9548-3D6EEDCF56CA}"/>
          </ac:spMkLst>
        </pc:spChg>
        <pc:spChg chg="add mod">
          <ac:chgData name="Dobi (Vaibhav Dobriyal)" userId="5ac61698-627f-4848-a83d-825c33538f74" providerId="ADAL" clId="{968E34B8-4CDA-5E92-9CF4-F667F27A04DD}" dt="2026-07-01T14:51:53.402" v="425" actId="14861"/>
          <ac:spMkLst>
            <pc:docMk/>
            <pc:sldMk cId="1624054148" sldId="294"/>
            <ac:spMk id="33" creationId="{F4B40353-AB50-7595-6D93-7EAA9892FAD8}"/>
          </ac:spMkLst>
        </pc:spChg>
        <pc:spChg chg="mod">
          <ac:chgData name="Dobi (Vaibhav Dobriyal)" userId="5ac61698-627f-4848-a83d-825c33538f74" providerId="ADAL" clId="{968E34B8-4CDA-5E92-9CF4-F667F27A04DD}" dt="2026-07-01T14:52:39.547" v="431" actId="207"/>
          <ac:spMkLst>
            <pc:docMk/>
            <pc:sldMk cId="1624054148" sldId="294"/>
            <ac:spMk id="34" creationId="{119B377F-4731-3A2B-FCEE-78131BAD6A82}"/>
          </ac:spMkLst>
        </pc:spChg>
        <pc:graphicFrameChg chg="del">
          <ac:chgData name="Dobi (Vaibhav Dobriyal)" userId="5ac61698-627f-4848-a83d-825c33538f74" providerId="ADAL" clId="{968E34B8-4CDA-5E92-9CF4-F667F27A04DD}" dt="2026-07-01T14:51:45.101" v="422" actId="478"/>
          <ac:graphicFrameMkLst>
            <pc:docMk/>
            <pc:sldMk cId="1624054148" sldId="294"/>
            <ac:graphicFrameMk id="8" creationId="{BB76BECC-13AA-213F-26BE-832B1C37475C}"/>
          </ac:graphicFrameMkLst>
        </pc:graphicFrameChg>
      </pc:sldChg>
      <pc:sldChg chg="addSp delSp modSp add mod">
        <pc:chgData name="Dobi (Vaibhav Dobriyal)" userId="5ac61698-627f-4848-a83d-825c33538f74" providerId="ADAL" clId="{968E34B8-4CDA-5E92-9CF4-F667F27A04DD}" dt="2026-07-01T15:20:59.233" v="714" actId="1036"/>
        <pc:sldMkLst>
          <pc:docMk/>
          <pc:sldMk cId="1208940056" sldId="295"/>
        </pc:sldMkLst>
        <pc:spChg chg="mod">
          <ac:chgData name="Dobi (Vaibhav Dobriyal)" userId="5ac61698-627f-4848-a83d-825c33538f74" providerId="ADAL" clId="{968E34B8-4CDA-5E92-9CF4-F667F27A04DD}" dt="2026-07-01T14:53:25.212" v="462" actId="20577"/>
          <ac:spMkLst>
            <pc:docMk/>
            <pc:sldMk cId="1208940056" sldId="295"/>
            <ac:spMk id="3" creationId="{1C9CB445-26D6-BA69-8B02-3CBEC07D2D23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7" creationId="{48E6013E-9281-07A3-BCCE-BDE8D4425D96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9" creationId="{4CC0B6A3-63DB-D6C3-5A12-9D65BC02FB51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11" creationId="{EE04D4F3-D8AF-E0C4-2717-F24BA4BA9C0F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16" creationId="{72CB6D40-DBBF-1399-6C45-D2928091F193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19" creationId="{320629CC-6654-5C3A-140D-8387860E6957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0" creationId="{450C2155-850B-2AC4-D6A6-AFDBB7059B3B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2" creationId="{9A2B1982-7D26-BA5B-DFCA-BDD2090B8E96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3" creationId="{E00B99C5-F224-D119-68FD-7CD9ECDAFFD0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27" creationId="{2641EF2D-FF98-11D5-FB10-A936E9C2FCCC}"/>
          </ac:spMkLst>
        </pc:spChg>
        <pc:spChg chg="del">
          <ac:chgData name="Dobi (Vaibhav Dobriyal)" userId="5ac61698-627f-4848-a83d-825c33538f74" providerId="ADAL" clId="{968E34B8-4CDA-5E92-9CF4-F667F27A04DD}" dt="2026-07-01T14:53:39.862" v="463" actId="478"/>
          <ac:spMkLst>
            <pc:docMk/>
            <pc:sldMk cId="1208940056" sldId="295"/>
            <ac:spMk id="34" creationId="{AFA8DE26-AD5A-ACC2-3DFB-B9BE3E45B084}"/>
          </ac:spMkLst>
        </pc:spChg>
        <pc:spChg chg="mod topLvl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36" creationId="{B2D05E57-888B-203B-75FF-5E9E9953D415}"/>
          </ac:spMkLst>
        </pc:spChg>
        <pc:spChg chg="mod topLvl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40" creationId="{3ED23BF1-38CC-402C-3D51-72A9D9376A29}"/>
          </ac:spMkLst>
        </pc:spChg>
        <pc:spChg chg="mod topLvl">
          <ac:chgData name="Dobi (Vaibhav Dobriyal)" userId="5ac61698-627f-4848-a83d-825c33538f74" providerId="ADAL" clId="{968E34B8-4CDA-5E92-9CF4-F667F27A04DD}" dt="2026-07-01T15:20:52.238" v="704" actId="1076"/>
          <ac:spMkLst>
            <pc:docMk/>
            <pc:sldMk cId="1208940056" sldId="295"/>
            <ac:spMk id="41" creationId="{4F27BCAE-3E83-E627-2F3D-8EC309CA8333}"/>
          </ac:spMkLst>
        </pc:spChg>
        <pc:spChg chg="mod topLvl">
          <ac:chgData name="Dobi (Vaibhav Dobriyal)" userId="5ac61698-627f-4848-a83d-825c33538f74" providerId="ADAL" clId="{968E34B8-4CDA-5E92-9CF4-F667F27A04DD}" dt="2026-07-01T15:20:55.978" v="709" actId="1036"/>
          <ac:spMkLst>
            <pc:docMk/>
            <pc:sldMk cId="1208940056" sldId="295"/>
            <ac:spMk id="42" creationId="{6593FF71-FF0E-DCAD-C9F8-F264035ABBDF}"/>
          </ac:spMkLst>
        </pc:spChg>
        <pc:spChg chg="mod topLvl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43" creationId="{488F86A2-7DBB-8D6D-1304-72EC95DD5C34}"/>
          </ac:spMkLst>
        </pc:spChg>
        <pc:spChg chg="mod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44" creationId="{9FFDD34D-052B-FAB2-649C-82ABF9A5230E}"/>
          </ac:spMkLst>
        </pc:spChg>
        <pc:spChg chg="mod topLvl">
          <ac:chgData name="Dobi (Vaibhav Dobriyal)" userId="5ac61698-627f-4848-a83d-825c33538f74" providerId="ADAL" clId="{968E34B8-4CDA-5E92-9CF4-F667F27A04DD}" dt="2026-07-01T14:53:58.265" v="468" actId="165"/>
          <ac:spMkLst>
            <pc:docMk/>
            <pc:sldMk cId="1208940056" sldId="295"/>
            <ac:spMk id="45" creationId="{54D37BC3-A02F-E235-0CDD-81CF25B772FB}"/>
          </ac:spMkLst>
        </pc:spChg>
        <pc:spChg chg="mod topLvl">
          <ac:chgData name="Dobi (Vaibhav Dobriyal)" userId="5ac61698-627f-4848-a83d-825c33538f74" providerId="ADAL" clId="{968E34B8-4CDA-5E92-9CF4-F667F27A04DD}" dt="2026-07-01T15:20:55.978" v="709" actId="1036"/>
          <ac:spMkLst>
            <pc:docMk/>
            <pc:sldMk cId="1208940056" sldId="295"/>
            <ac:spMk id="46" creationId="{28113D08-E05C-580C-9DC1-B146C6D6ACDC}"/>
          </ac:spMkLst>
        </pc:spChg>
        <pc:spChg chg="mod topLvl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47" creationId="{70C1707B-794E-F171-FA6C-A6B15A523451}"/>
          </ac:spMkLst>
        </pc:spChg>
        <pc:spChg chg="mod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48" creationId="{DF0C6B68-8319-176C-9C00-83C5D1F794F8}"/>
          </ac:spMkLst>
        </pc:spChg>
        <pc:spChg chg="mod topLvl">
          <ac:chgData name="Dobi (Vaibhav Dobriyal)" userId="5ac61698-627f-4848-a83d-825c33538f74" providerId="ADAL" clId="{968E34B8-4CDA-5E92-9CF4-F667F27A04DD}" dt="2026-07-01T15:20:59.233" v="714" actId="1036"/>
          <ac:spMkLst>
            <pc:docMk/>
            <pc:sldMk cId="1208940056" sldId="295"/>
            <ac:spMk id="50" creationId="{BDA09E44-2872-EA63-2E4C-5DEA35D82E25}"/>
          </ac:spMkLst>
        </pc:spChg>
        <pc:spChg chg="mod">
          <ac:chgData name="Dobi (Vaibhav Dobriyal)" userId="5ac61698-627f-4848-a83d-825c33538f74" providerId="ADAL" clId="{968E34B8-4CDA-5E92-9CF4-F667F27A04DD}" dt="2026-07-01T14:54:10.905" v="470" actId="207"/>
          <ac:spMkLst>
            <pc:docMk/>
            <pc:sldMk cId="1208940056" sldId="295"/>
            <ac:spMk id="51" creationId="{4888AE0E-9042-32D7-C28E-513B3BB8A4EB}"/>
          </ac:spMkLst>
        </pc:spChg>
        <pc:spChg chg="mod">
          <ac:chgData name="Dobi (Vaibhav Dobriyal)" userId="5ac61698-627f-4848-a83d-825c33538f74" providerId="ADAL" clId="{968E34B8-4CDA-5E92-9CF4-F667F27A04DD}" dt="2026-07-01T14:54:21.739" v="471" actId="14861"/>
          <ac:spMkLst>
            <pc:docMk/>
            <pc:sldMk cId="1208940056" sldId="295"/>
            <ac:spMk id="52" creationId="{5861E4F6-1FDE-D47E-1DA8-98166E005B30}"/>
          </ac:spMkLst>
        </pc:spChg>
        <pc:spChg chg="mod topLvl">
          <ac:chgData name="Dobi (Vaibhav Dobriyal)" userId="5ac61698-627f-4848-a83d-825c33538f74" providerId="ADAL" clId="{968E34B8-4CDA-5E92-9CF4-F667F27A04DD}" dt="2026-07-01T15:20:59.233" v="714" actId="1036"/>
          <ac:spMkLst>
            <pc:docMk/>
            <pc:sldMk cId="1208940056" sldId="295"/>
            <ac:spMk id="54" creationId="{263FC176-F8F1-5223-8426-C3E069C71E04}"/>
          </ac:spMkLst>
        </pc:spChg>
        <pc:grpChg chg="mod">
          <ac:chgData name="Dobi (Vaibhav Dobriyal)" userId="5ac61698-627f-4848-a83d-825c33538f74" providerId="ADAL" clId="{968E34B8-4CDA-5E92-9CF4-F667F27A04DD}" dt="2026-07-01T14:53:48.948" v="467" actId="14861"/>
          <ac:grpSpMkLst>
            <pc:docMk/>
            <pc:sldMk cId="1208940056" sldId="295"/>
            <ac:grpSpMk id="8" creationId="{5153E2C5-4E78-7E0F-F368-62174E73A7B9}"/>
          </ac:grpSpMkLst>
        </pc:grpChg>
      </pc:sldChg>
      <pc:sldChg chg="delSp modSp add mod">
        <pc:chgData name="Dobi (Vaibhav Dobriyal)" userId="5ac61698-627f-4848-a83d-825c33538f74" providerId="ADAL" clId="{968E34B8-4CDA-5E92-9CF4-F667F27A04DD}" dt="2026-07-01T14:56:11.510" v="540" actId="1076"/>
        <pc:sldMkLst>
          <pc:docMk/>
          <pc:sldMk cId="4074225954" sldId="296"/>
        </pc:sldMkLst>
        <pc:spChg chg="del">
          <ac:chgData name="Dobi (Vaibhav Dobriyal)" userId="5ac61698-627f-4848-a83d-825c33538f74" providerId="ADAL" clId="{968E34B8-4CDA-5E92-9CF4-F667F27A04DD}" dt="2026-07-01T14:55:08.596" v="486" actId="478"/>
          <ac:spMkLst>
            <pc:docMk/>
            <pc:sldMk cId="4074225954" sldId="296"/>
            <ac:spMk id="3" creationId="{A63C3390-B5CE-2AAC-C29F-3448DA5D0D0E}"/>
          </ac:spMkLst>
        </pc:spChg>
        <pc:spChg chg="mod">
          <ac:chgData name="Dobi (Vaibhav Dobriyal)" userId="5ac61698-627f-4848-a83d-825c33538f74" providerId="ADAL" clId="{968E34B8-4CDA-5E92-9CF4-F667F27A04DD}" dt="2026-07-01T14:55:02.460" v="484" actId="20577"/>
          <ac:spMkLst>
            <pc:docMk/>
            <pc:sldMk cId="4074225954" sldId="296"/>
            <ac:spMk id="8" creationId="{B4C96DC9-1A88-D7B2-1176-CD5E32E0617D}"/>
          </ac:spMkLst>
        </pc:spChg>
        <pc:spChg chg="mod">
          <ac:chgData name="Dobi (Vaibhav Dobriyal)" userId="5ac61698-627f-4848-a83d-825c33538f74" providerId="ADAL" clId="{968E34B8-4CDA-5E92-9CF4-F667F27A04DD}" dt="2026-07-01T14:55:53.158" v="536" actId="113"/>
          <ac:spMkLst>
            <pc:docMk/>
            <pc:sldMk cId="4074225954" sldId="296"/>
            <ac:spMk id="9" creationId="{204358A1-2C60-5549-6B57-8D64221231D0}"/>
          </ac:spMkLst>
        </pc:spChg>
        <pc:spChg chg="del">
          <ac:chgData name="Dobi (Vaibhav Dobriyal)" userId="5ac61698-627f-4848-a83d-825c33538f74" providerId="ADAL" clId="{968E34B8-4CDA-5E92-9CF4-F667F27A04DD}" dt="2026-07-01T14:55:56.325" v="537" actId="478"/>
          <ac:spMkLst>
            <pc:docMk/>
            <pc:sldMk cId="4074225954" sldId="296"/>
            <ac:spMk id="11" creationId="{28AE8DD7-483F-5355-659D-CF0F491700A1}"/>
          </ac:spMkLst>
        </pc:spChg>
        <pc:spChg chg="del">
          <ac:chgData name="Dobi (Vaibhav Dobriyal)" userId="5ac61698-627f-4848-a83d-825c33538f74" providerId="ADAL" clId="{968E34B8-4CDA-5E92-9CF4-F667F27A04DD}" dt="2026-07-01T14:55:58.397" v="538" actId="478"/>
          <ac:spMkLst>
            <pc:docMk/>
            <pc:sldMk cId="4074225954" sldId="296"/>
            <ac:spMk id="12" creationId="{B530C203-E24A-342F-E524-072E4B07072D}"/>
          </ac:spMkLst>
        </pc:spChg>
        <pc:spChg chg="del">
          <ac:chgData name="Dobi (Vaibhav Dobriyal)" userId="5ac61698-627f-4848-a83d-825c33538f74" providerId="ADAL" clId="{968E34B8-4CDA-5E92-9CF4-F667F27A04DD}" dt="2026-07-01T14:55:06.271" v="485" actId="478"/>
          <ac:spMkLst>
            <pc:docMk/>
            <pc:sldMk cId="4074225954" sldId="296"/>
            <ac:spMk id="13" creationId="{15F15CE7-F14A-C49B-401A-8A7064670CEC}"/>
          </ac:spMkLst>
        </pc:spChg>
        <pc:picChg chg="mod">
          <ac:chgData name="Dobi (Vaibhav Dobriyal)" userId="5ac61698-627f-4848-a83d-825c33538f74" providerId="ADAL" clId="{968E34B8-4CDA-5E92-9CF4-F667F27A04DD}" dt="2026-07-01T14:56:11.510" v="540" actId="1076"/>
          <ac:picMkLst>
            <pc:docMk/>
            <pc:sldMk cId="4074225954" sldId="296"/>
            <ac:picMk id="5" creationId="{A4A40B05-D4DD-20C4-5804-1A2D36405E0C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644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m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22960"/>
            <a:ext cx="100094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7432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EMPOWER CARE  ·  API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072384"/>
            <a:ext cx="1463040" cy="41148"/>
          </a:xfrm>
          <a:prstGeom prst="rect">
            <a:avLst/>
          </a:prstGeom>
          <a:solidFill>
            <a:srgbClr val="F36B1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111114"/>
                </a:solidFill>
                <a:latin typeface="Aptos Display"/>
              </a:rPr>
              <a:t>Encrypted APIs, no logic change</a:t>
            </a:r>
            <a:r>
              <a:rPr sz="4000" b="1">
                <a:solidFill>
                  <a:srgbClr val="F36B1D"/>
                </a:solidFill>
                <a:latin typeface="Aptos Display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6B72"/>
                </a:solidFill>
                <a:latin typeface="Aptos"/>
              </a:rPr>
              <a:t>Per-vendor payload encryption for 50+ Lambda APIs and 36 vendors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6126480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236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72"/>
                </a:solidFill>
                <a:latin typeface="Aptos"/>
              </a:rPr>
              <a:t>September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62362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B6B72"/>
                </a:solidFill>
                <a:latin typeface="Aptos"/>
              </a:rPr>
              <a:t>www.lumiq.ai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One decorator encrypts every API end to end, per vendor, with no change to business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B6B72"/>
                </a:solidFill>
                <a:latin typeface="Aptos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59" y="1783080"/>
            <a:ext cx="734263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7"/>
                </a:solidFill>
                <a:latin typeface="Aptos"/>
              </a:rPr>
              <a:t>50+ Lambda APIs serve 36 vendors with plain JSON bodies. TLS ends at the gateway, so payloads are visible in logs and intermediaries.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36391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FEF1E9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36391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36B1D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59" y="3136391"/>
            <a:ext cx="734263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2227"/>
                </a:solidFill>
                <a:latin typeface="Aptos"/>
              </a:rPr>
              <a:t>Add @secure_api() to each handler. It decrypts the vendor's request_key on entry and returns response_key + response_value on exit, with one AES-256 key per vendor.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9704"/>
            <a:ext cx="106344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489704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B6B72"/>
                </a:solidFill>
                <a:latin typeface="Aptos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4489704"/>
            <a:ext cx="734263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227"/>
                </a:solidFill>
                <a:latin typeface="Aptos"/>
              </a:rPr>
              <a:t>Approve the per-vendor secrets (~USD 14/month), the v3.0 deviations, and a pilot: shared stack, 2 vendors, 2 APIs.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Adoption is small per API, and the platform is already proven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36B1D"/>
                </a:solidFill>
                <a:latin typeface="Aptos Display"/>
              </a:rPr>
              <a:t>2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code change per handler: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import + decorator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5576" y="22860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36B1D"/>
                </a:solidFill>
                <a:latin typeface="Aptos Display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5576" y="333756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vendors, each with its own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AES-256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2860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36B1D"/>
                </a:solidFill>
                <a:latin typeface="Aptos Display"/>
              </a:rPr>
              <a:t>36 /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333756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unit tests passing; live checks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on the reference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8" y="22860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36B1D"/>
                </a:solidFill>
                <a:latin typeface="Aptos Display"/>
              </a:rPr>
              <a:t>~USD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333756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a month per account for keys,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6B72"/>
                </a:solidFill>
                <a:latin typeface="Aptos"/>
              </a:rPr>
              <a:t>plus ~USD 1.25 per million 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The handler only ever sees plain JSON; encryption happens at the entry and exit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deck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634472" cy="3494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Vendors send one field, sealed with their key and bound to vendor, path, method and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deck_request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634472" cy="28105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Every reply uses a new one-time key, so the vendor key never encrypts data directly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deck_reply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634472" cy="3038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Every request passes seven checks, cheapest first, and is decrypted last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deck_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0634472" cy="1747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Changing an existing Lambda takes two lines of code and six lines of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code_hand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10634472" cy="3190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One shared stack per account serves all 50+ APIs and 36 vendor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dec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10634472" cy="39499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Keys rotate per vendor with no downtime, because both keys work during the switch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deck_ro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0634472" cy="1747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44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200" b="1">
                <a:solidFill>
                  <a:srgbClr val="111114"/>
                </a:solidFill>
                <a:latin typeface="Aptos Display"/>
              </a:rPr>
              <a:t>Roll out in waves, onboarding each API's vendors before switching it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98448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3392424" cy="40233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NOW  · 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284378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Deploy shared stack in dev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Create 2 vendor keys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Wrap 1–2 low-risk APIs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Vendors pass test vectors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1783080"/>
            <a:ext cx="3392424" cy="40233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2583" y="201168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NEXT  ·  WAVES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2583" y="2606040"/>
            <a:ext cx="284378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10 APIs per wave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Onboard those APIs' vendors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Alarm on CRY422 / CRY413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Decide plaintext allow-list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9288" y="1783080"/>
            <a:ext cx="3392424" cy="402336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 w="9525">
            <a:solidFill>
              <a:srgbClr val="C9C9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11680"/>
            <a:ext cx="2843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36B1D"/>
                </a:solidFill>
                <a:latin typeface="Aptos"/>
              </a:rPr>
              <a:t>LATER  · 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606040"/>
            <a:ext cx="284378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Shared stack in prod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Same wave order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Change approval per wave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222227"/>
                </a:solidFill>
                <a:latin typeface="Aptos"/>
              </a:rPr>
              <a:t>•  Fold deviations into v3.1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A2"/>
                </a:solidFill>
                <a:latin typeface="Aptos"/>
              </a:rPr>
              <a:t>Source: payload-crypto, reference API hello-udit-test (ap-south-1)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55664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9A9AA2"/>
                </a:solidFill>
                <a:latin typeface="Aptos"/>
              </a:rPr>
              <a:t>LUMIQ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6455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A9AA2"/>
                </a:solidFill>
                <a:latin typeface="Aptos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um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822960"/>
            <a:ext cx="100094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74320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11114"/>
                </a:solidFill>
                <a:latin typeface="Aptos Display"/>
              </a:rPr>
              <a:t>Thank you</a:t>
            </a:r>
            <a:r>
              <a:rPr sz="4200" b="1">
                <a:solidFill>
                  <a:srgbClr val="F36B1D"/>
                </a:solidFill>
                <a:latin typeface="Aptos Display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222227"/>
                </a:solidFill>
                <a:latin typeface="Aptos"/>
              </a:rPr>
              <a:t>Next step: approve the pilot and the two open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17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36B1D"/>
                </a:solidFill>
                <a:latin typeface="Aptos"/>
              </a:rPr>
              <a:t>sales@lumiq.ai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126480"/>
            <a:ext cx="10634472" cy="9144"/>
          </a:xfrm>
          <a:prstGeom prst="rect">
            <a:avLst/>
          </a:prstGeom>
          <a:solidFill>
            <a:srgbClr val="BDBD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362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72"/>
                </a:solidFill>
                <a:latin typeface="Aptos"/>
              </a:rPr>
              <a:t>Confidential · LUMIQ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9712" y="62362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6B6B72"/>
                </a:solidFill>
                <a:latin typeface="Aptos"/>
              </a:rPr>
              <a:t>www.lumiq.ai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1099</Words>
  <Application>Microsoft Macintosh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Vaibhav Dobriyal</cp:lastModifiedBy>
  <cp:revision>3</cp:revision>
  <dcterms:created xsi:type="dcterms:W3CDTF">2013-01-27T09:14:16Z</dcterms:created>
  <dcterms:modified xsi:type="dcterms:W3CDTF">2026-07-01T15:20:59Z</dcterms:modified>
  <cp:category/>
</cp:coreProperties>
</file>